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Проект Vibe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Найди идеальную компанию для любого досуга</a:t>
            </a:r>
          </a:p>
          <a:p/>
          <a:p>
            <a:r>
              <a:t>Технический писатель: nargizkastar-cpu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Людям сложно находить компанию для спонтанного отдыха в большом городе.</a:t>
            </a:r>
          </a:p>
          <a:p>
            <a:pPr/>
            <a:r>
              <a:t>Трудно совпасть по графикам с друзьями.</a:t>
            </a:r>
          </a:p>
          <a:p>
            <a:pPr/>
            <a:r>
              <a:t>Нет безопасной платформы для встреч с новыми людьми по интересам (кино, каток, выставка, настолки).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Vibe — веб-сервис, который объединяет людей.</a:t>
            </a:r>
          </a:p>
          <a:p>
            <a:pPr/>
            <a:r>
              <a:t>Каждый может стать организатором мероприятия или найти событие по душе.</a:t>
            </a:r>
          </a:p>
          <a:p>
            <a:pPr/>
            <a:r>
              <a:t>Удобный интерфейс и быстрая регистрация снижают порог входа.</a:t>
            </a:r>
          </a:p>
          <a:p>
            <a:pPr/>
            <a:r>
              <a:t>Система заявок гарантирует контроль для организатора.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Ключевой функционал: События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Создание событий с указанием времени, места и лимита участников.</a:t>
            </a:r>
          </a:p>
          <a:p>
            <a:pPr/>
            <a:r>
              <a:t>Просмотр ленты всех доступных мероприятий на главной странице.</a:t>
            </a:r>
          </a:p>
          <a:p>
            <a:pPr/>
            <a:r>
              <a:t>Автоматическое закрытие набора, если достигнут максимум мест.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Ключевой функционал: Заявки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Пользователи могут отправить заявку на участие в один клик.</a:t>
            </a:r>
          </a:p>
          <a:p>
            <a:pPr/>
            <a:r>
              <a:t>Статус заявки отображается в реальном времени (на рассмотрении, одобрена, отклонена).</a:t>
            </a:r>
          </a:p>
          <a:p>
            <a:pPr/>
            <a:r>
              <a:t>Организатор сам решает, кого из откликнувшихся брать на мероприятие.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Ключевой функционал: Рейтинг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Система отзывов после проведения мероприятия.</a:t>
            </a:r>
          </a:p>
          <a:p>
            <a:pPr/>
            <a:r>
              <a:t>Оценка организатора от 1 до 5 звёзд.</a:t>
            </a:r>
          </a:p>
          <a:p>
            <a:pPr/>
            <a:r>
              <a:t>Формирование рейтинга доверия, который помогает другим пользователям при выборе событий.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Путь пользователя (User Journey)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Заходит на сайт, видит красивые карточки мероприятий.</a:t>
            </a:r>
          </a:p>
          <a:p>
            <a:pPr/>
            <a:r>
              <a:t>2. Нажимает 'Присоединиться' -&gt; открывается окно Авторизации.</a:t>
            </a:r>
          </a:p>
          <a:p>
            <a:pPr/>
            <a:r>
              <a:t>3. Регистрируется за 10 секунд.</a:t>
            </a:r>
          </a:p>
          <a:p>
            <a:pPr/>
            <a:r>
              <a:t>4. Заявка отправлена организатору.</a:t>
            </a:r>
          </a:p>
          <a:p>
            <a:pPr/>
            <a:r>
              <a:t>5. После подтверждения они встречаются, а затем пользователь оставляет отзыв.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Архитектура: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Написан на Python с использованием фреймворка FastAPI.</a:t>
            </a:r>
          </a:p>
          <a:p>
            <a:pPr/>
            <a:r>
              <a:t>REST API, полная генерация Swagger-документации.</a:t>
            </a:r>
          </a:p>
          <a:p>
            <a:pPr/>
            <a:r>
              <a:t>База данных: SQLite + SQLAlchemy (ORM).</a:t>
            </a:r>
          </a:p>
          <a:p>
            <a:pPr/>
            <a:r>
              <a:t>Безопасность: хэширование паролей (bcrypt), авторизация через JWT токены.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Архитектура: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Page Application (SPA) на базе React.js.</a:t>
            </a:r>
          </a:p>
          <a:p>
            <a:pPr/>
            <a:r>
              <a:t>Роутинг: react-router-dom.</a:t>
            </a:r>
          </a:p>
          <a:p>
            <a:pPr/>
            <a:r>
              <a:t>Состояние: React Context API (например, AuthContext).</a:t>
            </a:r>
          </a:p>
          <a:p>
            <a:pPr/>
            <a:r>
              <a:t>Сетевые запросы: Axios с настроенными интерцепторами для передачи токена.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Дизайн-система (UI/UX)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Современный эффект 'Glassmorphism' (эффект матового стекла).</a:t>
            </a:r>
          </a:p>
          <a:p>
            <a:pPr/>
            <a:r>
              <a:t>Отказ от тяжелых CSS-фреймворков в пользу Vanilla CSS + CSS-переменные.</a:t>
            </a:r>
          </a:p>
          <a:p>
            <a:pPr/>
            <a:r>
              <a:t>Полностью кастомные компоненты и всплывающие модальные окна.</a:t>
            </a:r>
          </a:p>
          <a:p>
            <a:pPr/>
            <a:r>
              <a:t>Адаптивность для удобного использования на любых экранах.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Команда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TeamLead / DevOps: Echolll</a:t>
            </a:r>
          </a:p>
          <a:p>
            <a:pPr/>
            <a:r>
              <a:t>Backend #1: KateB78</a:t>
            </a:r>
          </a:p>
          <a:p>
            <a:pPr/>
            <a:r>
              <a:t>Backend #2: Vera98765</a:t>
            </a:r>
          </a:p>
          <a:p>
            <a:pPr/>
            <a:r>
              <a:t>Frontend #1: milanakokovina-stack</a:t>
            </a:r>
          </a:p>
          <a:p>
            <a:pPr/>
            <a:r>
              <a:t>Технический писатель: nargizkastar-cpu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Планы на будущее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Внедрение системы Push-уведомлений.</a:t>
            </a:r>
          </a:p>
          <a:p>
            <a:pPr/>
            <a:r>
              <a:t>Интеграция с Яндекс/Google Картами для гео-поиска событий.</a:t>
            </a:r>
          </a:p>
          <a:p>
            <a:pPr/>
            <a:r>
              <a:t>Чат внутри события для участников.</a:t>
            </a:r>
          </a:p>
          <a:p>
            <a:pPr/>
            <a:r>
              <a:t>Релиз мобильного приложения (React Native).</a:t>
            </a:r>
          </a:p>
          <a:p>
            <a:pPr/>
          </a:p>
          <a:p>
            <a:pPr/>
            <a:r>
              <a:t>Спасибо за внимание! 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